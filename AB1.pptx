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94D391-7CA2-076A-A7F6-A1D31706D9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BCD43D-0442-6EB5-6236-C8C6810E7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944722-0944-A4F6-AB9C-1F5A1635E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013DD-C1EB-4173-B04D-97F5AEC34541}" type="datetimeFigureOut">
              <a:rPr lang="de-DE" smtClean="0"/>
              <a:t>25.10.2025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F7E370-E867-F877-850D-2F1B63068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DCB977-654D-D3FE-C58F-CCF046C42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3BF3-9B9E-4A98-A9BE-F8D41B9EE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1178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A7DAA1-A911-7B4E-520C-88A3796F5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4ED3B1-EBE7-A11E-531A-1F8EA2C90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8B0F42-74CD-8AFB-62A1-33514169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013DD-C1EB-4173-B04D-97F5AEC34541}" type="datetimeFigureOut">
              <a:rPr lang="de-DE" smtClean="0"/>
              <a:t>25.10.2025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66CFCA-CFBD-1FD2-09A4-3867A3975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6D1EE5-4121-2125-A21C-35B40162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3BF3-9B9E-4A98-A9BE-F8D41B9EE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36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F33E5-DFBD-7425-7225-85506C0F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E58195-B1FD-DF19-8655-3D9B03DC7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B3B643-9162-4AD5-8841-FCBF13CE1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013DD-C1EB-4173-B04D-97F5AEC34541}" type="datetimeFigureOut">
              <a:rPr lang="de-DE" smtClean="0"/>
              <a:t>25.10.2025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F39169-A1CF-DF56-0243-A92CE2099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7CC7B-9E19-99E4-CCF3-618813A7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3BF3-9B9E-4A98-A9BE-F8D41B9EE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5051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4CCBE1-3E4A-2632-5B22-C82D9C828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49D089-2FD0-35B0-127E-0BF2ADAF27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B3B1CBC-E347-C63C-73CE-2433BEA9D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5D337F-D93C-77E2-D4F6-98ED585F7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013DD-C1EB-4173-B04D-97F5AEC34541}" type="datetimeFigureOut">
              <a:rPr lang="de-DE" smtClean="0"/>
              <a:t>25.10.2025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30FC22-AADC-9A28-8066-71D9E2713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2EC351-75E2-AF70-F7EF-F38A0B1C3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3BF3-9B9E-4A98-A9BE-F8D41B9EE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2384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18B81D-664A-0A61-EC97-5D02171B8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359122-5854-0385-D782-E8AB14FE8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D8DC40C-B10C-6509-F4C4-604BB7C93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4CF4D7-BBB2-64A1-0127-9F0169A14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A3C3C11-7F62-9C64-DBDB-668124E040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39E15E5-5806-F35E-2E55-BD1887DA9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013DD-C1EB-4173-B04D-97F5AEC34541}" type="datetimeFigureOut">
              <a:rPr lang="de-DE" smtClean="0"/>
              <a:t>25.10.2025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AEB7D5C-2076-F423-C8C8-0A2C856B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E97E7CB-7E61-1EF6-4AFA-040F58E27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3BF3-9B9E-4A98-A9BE-F8D41B9EE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212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F63124-6731-076D-6E83-1C415539E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3E29631-98E9-2618-768D-A8005F044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013DD-C1EB-4173-B04D-97F5AEC34541}" type="datetimeFigureOut">
              <a:rPr lang="de-DE" smtClean="0"/>
              <a:t>25.10.2025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C06139D-F25C-E905-3CA4-35947713A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15A5267-015B-3167-A16C-C0777EB2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3BF3-9B9E-4A98-A9BE-F8D41B9EE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9227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2AD4D59-27F3-F279-F91F-8775F9680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013DD-C1EB-4173-B04D-97F5AEC34541}" type="datetimeFigureOut">
              <a:rPr lang="de-DE" smtClean="0"/>
              <a:t>25.10.2025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8531AD0-027A-F5C2-9A12-DC2AFA70D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9CE80EF-44AF-AA56-7395-A504C867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3BF3-9B9E-4A98-A9BE-F8D41B9EE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9879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3E72B8-CA0B-5C9D-7758-7593962D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3EF6F1-2061-9E33-7007-8032756A0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2DA02E-0809-998C-D2A6-8A45A474B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38ADFC-6530-8CD7-3D82-994BD4CE5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013DD-C1EB-4173-B04D-97F5AEC34541}" type="datetimeFigureOut">
              <a:rPr lang="de-DE" smtClean="0"/>
              <a:t>25.10.2025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D86EB04-F50B-BADA-EC40-A5C5A27C6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BA323D-5257-CB3C-DF70-AD89C150A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3BF3-9B9E-4A98-A9BE-F8D41B9EE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3835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79E9A7-050C-A185-4078-25A68D0FA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D6CB123-C190-4EBD-7AAB-71A6CFE52A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7090ED3-586C-6A48-8903-16BAB163B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0D9A51-44BF-7375-A5EA-001411AB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013DD-C1EB-4173-B04D-97F5AEC34541}" type="datetimeFigureOut">
              <a:rPr lang="de-DE" smtClean="0"/>
              <a:t>25.10.2025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0867DCA-FB6D-6E85-1847-BA48CCDE9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487CE30-2784-630F-774E-F259C9415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3BF3-9B9E-4A98-A9BE-F8D41B9EE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87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680E27-0446-9729-BE49-DD533897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B20C707-CD73-EB34-D3DD-FEE5F7844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E24DDA-C61F-A992-003A-04DEF955F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013DD-C1EB-4173-B04D-97F5AEC34541}" type="datetimeFigureOut">
              <a:rPr lang="de-DE" smtClean="0"/>
              <a:t>25.10.2025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88266C-3E06-8A2F-A718-2E3574B0E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E902F6-E6E3-0804-35CE-0584CB729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3BF3-9B9E-4A98-A9BE-F8D41B9EE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8181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3288AC2-9B03-8834-42FB-8877EA8D80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FF36581-5BB1-98B7-ED71-5FEB72F83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622D71-8DC9-7D6F-F822-128CFB79A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013DD-C1EB-4173-B04D-97F5AEC34541}" type="datetimeFigureOut">
              <a:rPr lang="de-DE" smtClean="0"/>
              <a:t>25.10.2025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62B95D-2094-3C7C-A8BC-3562D8EB9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A1A11F-1897-85E7-65F1-339CAFDBA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3BF3-9B9E-4A98-A9BE-F8D41B9EE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5669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11AFCDC-1AD8-CBA3-C32B-87A35BC6D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2CECC1-B6A7-7AD2-1017-F33687BF6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473A2F-8BAF-9FC9-68DF-64FD650A92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013DD-C1EB-4173-B04D-97F5AEC34541}" type="datetimeFigureOut">
              <a:rPr lang="de-DE" smtClean="0"/>
              <a:t>25.10.2025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FC65D-FAE6-2863-BEF9-B0CA115EA8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55F279-E54A-6657-8170-41BD6E155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13BF3-9B9E-4A98-A9BE-F8D41B9EE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2780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1D5A9-56EC-D28A-54AF-6396C4BE4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859AAC13-3423-2F41-8265-76B9CADF9A2F}"/>
              </a:ext>
            </a:extLst>
          </p:cNvPr>
          <p:cNvSpPr txBox="1"/>
          <p:nvPr/>
        </p:nvSpPr>
        <p:spPr>
          <a:xfrm>
            <a:off x="73891" y="0"/>
            <a:ext cx="2837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C000"/>
                </a:solidFill>
                <a:latin typeface="Bahnschrift" panose="020B0502040204020203" pitchFamily="34" charset="0"/>
              </a:rPr>
              <a:t>Subtask 1.1: Code analysis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1E193BD-309A-1EFE-7F68-DA7DF0CE9937}"/>
              </a:ext>
            </a:extLst>
          </p:cNvPr>
          <p:cNvGrpSpPr/>
          <p:nvPr/>
        </p:nvGrpSpPr>
        <p:grpSpPr>
          <a:xfrm>
            <a:off x="3653333" y="2299883"/>
            <a:ext cx="8443357" cy="4470428"/>
            <a:chOff x="526472" y="683491"/>
            <a:chExt cx="11246940" cy="5954816"/>
          </a:xfrm>
        </p:grpSpPr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1B788B9F-A8A3-B47E-FAE5-506C76D130CF}"/>
                </a:ext>
              </a:extLst>
            </p:cNvPr>
            <p:cNvGrpSpPr/>
            <p:nvPr/>
          </p:nvGrpSpPr>
          <p:grpSpPr>
            <a:xfrm>
              <a:off x="526473" y="683491"/>
              <a:ext cx="1105241" cy="655651"/>
              <a:chOff x="914400" y="683491"/>
              <a:chExt cx="1634836" cy="969818"/>
            </a:xfrm>
          </p:grpSpPr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770FABCC-790F-5496-0791-7574A4E1AE67}"/>
                  </a:ext>
                </a:extLst>
              </p:cNvPr>
              <p:cNvSpPr/>
              <p:nvPr/>
            </p:nvSpPr>
            <p:spPr>
              <a:xfrm>
                <a:off x="914400" y="683491"/>
                <a:ext cx="1634836" cy="969818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900"/>
              </a:p>
            </p:txBody>
          </p:sp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E9505D75-2ACC-9989-6D48-21CCC5967686}"/>
                  </a:ext>
                </a:extLst>
              </p:cNvPr>
              <p:cNvSpPr txBox="1"/>
              <p:nvPr/>
            </p:nvSpPr>
            <p:spPr>
              <a:xfrm>
                <a:off x="1201060" y="975942"/>
                <a:ext cx="1235577" cy="4548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900" dirty="0">
                    <a:solidFill>
                      <a:schemeClr val="bg1"/>
                    </a:solidFill>
                    <a:latin typeface="Bahnschrift" panose="020B0502040204020203" pitchFamily="34" charset="0"/>
                  </a:rPr>
                  <a:t>CPClient</a:t>
                </a:r>
              </a:p>
            </p:txBody>
          </p:sp>
        </p:grp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BCA3D92C-BE62-9C7C-D065-4F5A486D0415}"/>
                </a:ext>
              </a:extLst>
            </p:cNvPr>
            <p:cNvGrpSpPr/>
            <p:nvPr/>
          </p:nvGrpSpPr>
          <p:grpSpPr>
            <a:xfrm>
              <a:off x="526472" y="5883800"/>
              <a:ext cx="1105241" cy="655651"/>
              <a:chOff x="914400" y="683491"/>
              <a:chExt cx="1634836" cy="969818"/>
            </a:xfrm>
          </p:grpSpPr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B3B63C10-25A7-D21E-368B-5D9DEB06ED6F}"/>
                  </a:ext>
                </a:extLst>
              </p:cNvPr>
              <p:cNvSpPr/>
              <p:nvPr/>
            </p:nvSpPr>
            <p:spPr>
              <a:xfrm>
                <a:off x="914400" y="683491"/>
                <a:ext cx="1634836" cy="969818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900"/>
              </a:p>
            </p:txBody>
          </p:sp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A023F2A9-CC75-0643-9280-BF6E4F90ADA3}"/>
                  </a:ext>
                </a:extLst>
              </p:cNvPr>
              <p:cNvSpPr txBox="1"/>
              <p:nvPr/>
            </p:nvSpPr>
            <p:spPr>
              <a:xfrm>
                <a:off x="1201062" y="990662"/>
                <a:ext cx="1235577" cy="4548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900" dirty="0">
                    <a:solidFill>
                      <a:schemeClr val="bg1"/>
                    </a:solidFill>
                    <a:latin typeface="Bahnschrift" panose="020B0502040204020203" pitchFamily="34" charset="0"/>
                  </a:rPr>
                  <a:t>CPClient</a:t>
                </a:r>
              </a:p>
            </p:txBody>
          </p:sp>
        </p:grp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0AB217F7-18BF-17B7-32E9-B7913BBBE4DE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1079092" y="1339142"/>
              <a:ext cx="1" cy="454465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23672CD6-5F64-B1AF-B7AC-B5CAE2BF05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4843" y="4224172"/>
              <a:ext cx="3436546" cy="123150"/>
            </a:xfrm>
            <a:prstGeom prst="straightConnector1">
              <a:avLst/>
            </a:prstGeom>
            <a:ln w="19050">
              <a:solidFill>
                <a:schemeClr val="bg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E2F99E06-EE5B-8BF5-6B6E-FA5685F91D0B}"/>
                </a:ext>
              </a:extLst>
            </p:cNvPr>
            <p:cNvSpPr txBox="1"/>
            <p:nvPr/>
          </p:nvSpPr>
          <p:spPr>
            <a:xfrm>
              <a:off x="6524715" y="2932344"/>
              <a:ext cx="3235367" cy="3074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9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DatagramPacket(„phy 7 cp cookie_request“)</a:t>
              </a:r>
            </a:p>
          </p:txBody>
        </p:sp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E1F3BEDD-623C-0AD4-DB26-7360E29B8E1C}"/>
                </a:ext>
              </a:extLst>
            </p:cNvPr>
            <p:cNvGrpSpPr/>
            <p:nvPr/>
          </p:nvGrpSpPr>
          <p:grpSpPr>
            <a:xfrm>
              <a:off x="2326960" y="715408"/>
              <a:ext cx="1696887" cy="655651"/>
              <a:chOff x="914399" y="683491"/>
              <a:chExt cx="2509981" cy="969818"/>
            </a:xfrm>
          </p:grpSpPr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6F879262-A5F9-5B05-B54D-E49E8FBAE954}"/>
                  </a:ext>
                </a:extLst>
              </p:cNvPr>
              <p:cNvSpPr/>
              <p:nvPr/>
            </p:nvSpPr>
            <p:spPr>
              <a:xfrm>
                <a:off x="914399" y="683491"/>
                <a:ext cx="2494629" cy="969818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900"/>
              </a:p>
            </p:txBody>
          </p:sp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0EB16DB6-D0F3-4BB0-CBA1-FF09B8786DC6}"/>
                  </a:ext>
                </a:extLst>
              </p:cNvPr>
              <p:cNvSpPr txBox="1"/>
              <p:nvPr/>
            </p:nvSpPr>
            <p:spPr>
              <a:xfrm>
                <a:off x="1114936" y="963535"/>
                <a:ext cx="2309444" cy="4548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900" dirty="0">
                    <a:solidFill>
                      <a:schemeClr val="bg1"/>
                    </a:solidFill>
                    <a:latin typeface="Bahnschrift" panose="020B0502040204020203" pitchFamily="34" charset="0"/>
                  </a:rPr>
                  <a:t>CPProtocol (Client)</a:t>
                </a:r>
              </a:p>
            </p:txBody>
          </p:sp>
        </p:grp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8BF1EA88-F675-32EE-C1CE-FE08AFCF76C7}"/>
                </a:ext>
              </a:extLst>
            </p:cNvPr>
            <p:cNvCxnSpPr>
              <a:cxnSpLocks/>
              <a:endCxn id="56" idx="0"/>
            </p:cNvCxnSpPr>
            <p:nvPr/>
          </p:nvCxnSpPr>
          <p:spPr>
            <a:xfrm flipH="1">
              <a:off x="3208893" y="1371059"/>
              <a:ext cx="1" cy="454465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1E1F0162-33C9-8920-5A42-AE1496878D31}"/>
                </a:ext>
              </a:extLst>
            </p:cNvPr>
            <p:cNvGrpSpPr/>
            <p:nvPr/>
          </p:nvGrpSpPr>
          <p:grpSpPr>
            <a:xfrm>
              <a:off x="2365639" y="5915717"/>
              <a:ext cx="1686508" cy="655651"/>
              <a:chOff x="914399" y="683491"/>
              <a:chExt cx="2494629" cy="969818"/>
            </a:xfrm>
          </p:grpSpPr>
          <p:sp>
            <p:nvSpPr>
              <p:cNvPr id="56" name="Rechteck 55">
                <a:extLst>
                  <a:ext uri="{FF2B5EF4-FFF2-40B4-BE49-F238E27FC236}">
                    <a16:creationId xmlns:a16="http://schemas.microsoft.com/office/drawing/2014/main" id="{8EB36F1D-E6E5-BE0E-EC16-BB4CC814DC2E}"/>
                  </a:ext>
                </a:extLst>
              </p:cNvPr>
              <p:cNvSpPr/>
              <p:nvPr/>
            </p:nvSpPr>
            <p:spPr>
              <a:xfrm>
                <a:off x="914399" y="683491"/>
                <a:ext cx="2494629" cy="969818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900"/>
              </a:p>
            </p:txBody>
          </p:sp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F8278B15-250B-D177-6977-660626ADA14F}"/>
                  </a:ext>
                </a:extLst>
              </p:cNvPr>
              <p:cNvSpPr txBox="1"/>
              <p:nvPr/>
            </p:nvSpPr>
            <p:spPr>
              <a:xfrm>
                <a:off x="1066049" y="975942"/>
                <a:ext cx="2309444" cy="4548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900" dirty="0">
                    <a:solidFill>
                      <a:schemeClr val="bg1"/>
                    </a:solidFill>
                    <a:latin typeface="Bahnschrift" panose="020B0502040204020203" pitchFamily="34" charset="0"/>
                  </a:rPr>
                  <a:t>CPProtocol (Client)</a:t>
                </a:r>
              </a:p>
            </p:txBody>
          </p:sp>
        </p:grp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9B7F220C-3169-0A5C-0DD4-774E26CADDEF}"/>
                </a:ext>
              </a:extLst>
            </p:cNvPr>
            <p:cNvGrpSpPr/>
            <p:nvPr/>
          </p:nvGrpSpPr>
          <p:grpSpPr>
            <a:xfrm>
              <a:off x="5295042" y="715408"/>
              <a:ext cx="1689404" cy="655651"/>
              <a:chOff x="914399" y="683491"/>
              <a:chExt cx="2498913" cy="969818"/>
            </a:xfrm>
          </p:grpSpPr>
          <p:sp>
            <p:nvSpPr>
              <p:cNvPr id="59" name="Rechteck 58">
                <a:extLst>
                  <a:ext uri="{FF2B5EF4-FFF2-40B4-BE49-F238E27FC236}">
                    <a16:creationId xmlns:a16="http://schemas.microsoft.com/office/drawing/2014/main" id="{0896356A-48AB-E137-195C-3C5B7032CBDB}"/>
                  </a:ext>
                </a:extLst>
              </p:cNvPr>
              <p:cNvSpPr/>
              <p:nvPr/>
            </p:nvSpPr>
            <p:spPr>
              <a:xfrm>
                <a:off x="914399" y="683491"/>
                <a:ext cx="2494629" cy="969818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900"/>
              </a:p>
            </p:txBody>
          </p:sp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D81618BB-6C6A-DAA5-5281-6023548E1C32}"/>
                  </a:ext>
                </a:extLst>
              </p:cNvPr>
              <p:cNvSpPr txBox="1"/>
              <p:nvPr/>
            </p:nvSpPr>
            <p:spPr>
              <a:xfrm>
                <a:off x="1009116" y="963535"/>
                <a:ext cx="2404196" cy="4548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900" dirty="0">
                    <a:solidFill>
                      <a:schemeClr val="bg1"/>
                    </a:solidFill>
                    <a:latin typeface="Bahnschrift" panose="020B0502040204020203" pitchFamily="34" charset="0"/>
                  </a:rPr>
                  <a:t>PhyProtocol (Client)</a:t>
                </a:r>
              </a:p>
            </p:txBody>
          </p:sp>
        </p:grp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F13003BA-B803-1E53-CB9E-4A9C48712629}"/>
                </a:ext>
              </a:extLst>
            </p:cNvPr>
            <p:cNvCxnSpPr>
              <a:cxnSpLocks/>
              <a:endCxn id="63" idx="0"/>
            </p:cNvCxnSpPr>
            <p:nvPr/>
          </p:nvCxnSpPr>
          <p:spPr>
            <a:xfrm flipH="1">
              <a:off x="6176975" y="1371059"/>
              <a:ext cx="1" cy="454465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5ACBD40A-F187-C33B-4352-DEC1139D5AD2}"/>
                </a:ext>
              </a:extLst>
            </p:cNvPr>
            <p:cNvGrpSpPr/>
            <p:nvPr/>
          </p:nvGrpSpPr>
          <p:grpSpPr>
            <a:xfrm>
              <a:off x="5333721" y="5915717"/>
              <a:ext cx="1727894" cy="655651"/>
              <a:chOff x="914399" y="683491"/>
              <a:chExt cx="2555845" cy="969818"/>
            </a:xfrm>
          </p:grpSpPr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A6737F99-B131-B44F-08F4-D76ACF088940}"/>
                  </a:ext>
                </a:extLst>
              </p:cNvPr>
              <p:cNvSpPr/>
              <p:nvPr/>
            </p:nvSpPr>
            <p:spPr>
              <a:xfrm>
                <a:off x="914399" y="683491"/>
                <a:ext cx="2494629" cy="969818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900"/>
              </a:p>
            </p:txBody>
          </p:sp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A345CBBC-150D-AC22-230E-CEBB9720761A}"/>
                  </a:ext>
                </a:extLst>
              </p:cNvPr>
              <p:cNvSpPr txBox="1"/>
              <p:nvPr/>
            </p:nvSpPr>
            <p:spPr>
              <a:xfrm>
                <a:off x="1066049" y="975942"/>
                <a:ext cx="2404195" cy="4548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900" dirty="0">
                    <a:solidFill>
                      <a:schemeClr val="bg1"/>
                    </a:solidFill>
                    <a:latin typeface="Bahnschrift" panose="020B0502040204020203" pitchFamily="34" charset="0"/>
                  </a:rPr>
                  <a:t>PhyProtocol (Client)</a:t>
                </a:r>
              </a:p>
            </p:txBody>
          </p:sp>
        </p:grpSp>
        <p:cxnSp>
          <p:nvCxnSpPr>
            <p:cNvPr id="66" name="Gerade Verbindung mit Pfeil 65">
              <a:extLst>
                <a:ext uri="{FF2B5EF4-FFF2-40B4-BE49-F238E27FC236}">
                  <a16:creationId xmlns:a16="http://schemas.microsoft.com/office/drawing/2014/main" id="{FCF447C7-D6BE-8667-A26F-53CAB1E98061}"/>
                </a:ext>
              </a:extLst>
            </p:cNvPr>
            <p:cNvCxnSpPr/>
            <p:nvPr/>
          </p:nvCxnSpPr>
          <p:spPr>
            <a:xfrm>
              <a:off x="1079091" y="1847273"/>
              <a:ext cx="2129802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D000791E-085C-2902-C344-20BEA0108D6F}"/>
                </a:ext>
              </a:extLst>
            </p:cNvPr>
            <p:cNvSpPr txBox="1"/>
            <p:nvPr/>
          </p:nvSpPr>
          <p:spPr>
            <a:xfrm>
              <a:off x="1237876" y="1536856"/>
              <a:ext cx="1787651" cy="3074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9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send(„command, null“)</a:t>
              </a:r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50D17E9A-DDA3-E774-36AD-C2C7E735E68B}"/>
                </a:ext>
              </a:extLst>
            </p:cNvPr>
            <p:cNvSpPr/>
            <p:nvPr/>
          </p:nvSpPr>
          <p:spPr>
            <a:xfrm>
              <a:off x="3100658" y="2026958"/>
              <a:ext cx="200346" cy="37575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/>
            </a:p>
          </p:txBody>
        </p:sp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848A429C-8FBE-2396-3A89-79C79C4C6678}"/>
                </a:ext>
              </a:extLst>
            </p:cNvPr>
            <p:cNvSpPr/>
            <p:nvPr/>
          </p:nvSpPr>
          <p:spPr>
            <a:xfrm>
              <a:off x="2386717" y="2093051"/>
              <a:ext cx="1643606" cy="28395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/>
            </a:p>
          </p:txBody>
        </p:sp>
        <p:sp>
          <p:nvSpPr>
            <p:cNvPr id="69" name="Textfeld 68">
              <a:extLst>
                <a:ext uri="{FF2B5EF4-FFF2-40B4-BE49-F238E27FC236}">
                  <a16:creationId xmlns:a16="http://schemas.microsoft.com/office/drawing/2014/main" id="{71192ABA-E2AA-10B9-3488-D137CC88C8F1}"/>
                </a:ext>
              </a:extLst>
            </p:cNvPr>
            <p:cNvSpPr txBox="1"/>
            <p:nvPr/>
          </p:nvSpPr>
          <p:spPr>
            <a:xfrm>
              <a:off x="2386717" y="2100002"/>
              <a:ext cx="1665941" cy="3074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9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Überprüft: cookie &lt; 0</a:t>
              </a:r>
            </a:p>
          </p:txBody>
        </p:sp>
        <p:cxnSp>
          <p:nvCxnSpPr>
            <p:cNvPr id="71" name="Verbinder: gekrümmt 70">
              <a:extLst>
                <a:ext uri="{FF2B5EF4-FFF2-40B4-BE49-F238E27FC236}">
                  <a16:creationId xmlns:a16="http://schemas.microsoft.com/office/drawing/2014/main" id="{346D51A5-C155-F1D4-5F1B-41E51134B56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130245" y="2797454"/>
              <a:ext cx="351160" cy="52594"/>
            </a:xfrm>
            <a:prstGeom prst="curvedConnector4">
              <a:avLst>
                <a:gd name="adj1" fmla="val 2427"/>
                <a:gd name="adj2" fmla="val 1011218"/>
              </a:avLst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9DFDB85B-FC1C-59F9-18B3-E3EB0D7800F8}"/>
                </a:ext>
              </a:extLst>
            </p:cNvPr>
            <p:cNvSpPr txBox="1"/>
            <p:nvPr/>
          </p:nvSpPr>
          <p:spPr>
            <a:xfrm>
              <a:off x="3395754" y="2369672"/>
              <a:ext cx="1390491" cy="3074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9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request_cookie()</a:t>
              </a: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D8A733F9-539F-896F-0C3F-8188F031642A}"/>
                </a:ext>
              </a:extLst>
            </p:cNvPr>
            <p:cNvSpPr/>
            <p:nvPr/>
          </p:nvSpPr>
          <p:spPr>
            <a:xfrm>
              <a:off x="6121956" y="2948984"/>
              <a:ext cx="144208" cy="1492156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/>
            </a:p>
          </p:txBody>
        </p:sp>
        <p:cxnSp>
          <p:nvCxnSpPr>
            <p:cNvPr id="73" name="Gerade Verbindung mit Pfeil 72">
              <a:extLst>
                <a:ext uri="{FF2B5EF4-FFF2-40B4-BE49-F238E27FC236}">
                  <a16:creationId xmlns:a16="http://schemas.microsoft.com/office/drawing/2014/main" id="{98BE3C0E-2D51-40D6-F67D-89755CA8791E}"/>
                </a:ext>
              </a:extLst>
            </p:cNvPr>
            <p:cNvCxnSpPr>
              <a:cxnSpLocks/>
            </p:cNvCxnSpPr>
            <p:nvPr/>
          </p:nvCxnSpPr>
          <p:spPr>
            <a:xfrm>
              <a:off x="3307182" y="3388610"/>
              <a:ext cx="2831114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CC537293-AF4F-C06C-6744-AC989D0DC0B8}"/>
                </a:ext>
              </a:extLst>
            </p:cNvPr>
            <p:cNvSpPr txBox="1"/>
            <p:nvPr/>
          </p:nvSpPr>
          <p:spPr>
            <a:xfrm>
              <a:off x="3719064" y="3085139"/>
              <a:ext cx="2020397" cy="3074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9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send(„cp cookie_request“)</a:t>
              </a:r>
            </a:p>
          </p:txBody>
        </p:sp>
        <p:grpSp>
          <p:nvGrpSpPr>
            <p:cNvPr id="78" name="Gruppieren 77">
              <a:extLst>
                <a:ext uri="{FF2B5EF4-FFF2-40B4-BE49-F238E27FC236}">
                  <a16:creationId xmlns:a16="http://schemas.microsoft.com/office/drawing/2014/main" id="{CB06712F-A476-E973-8809-F6A59A44AFA9}"/>
                </a:ext>
              </a:extLst>
            </p:cNvPr>
            <p:cNvGrpSpPr/>
            <p:nvPr/>
          </p:nvGrpSpPr>
          <p:grpSpPr>
            <a:xfrm>
              <a:off x="9003663" y="782347"/>
              <a:ext cx="1686508" cy="655651"/>
              <a:chOff x="914399" y="683491"/>
              <a:chExt cx="2494629" cy="969818"/>
            </a:xfrm>
          </p:grpSpPr>
          <p:sp>
            <p:nvSpPr>
              <p:cNvPr id="79" name="Rechteck 78">
                <a:extLst>
                  <a:ext uri="{FF2B5EF4-FFF2-40B4-BE49-F238E27FC236}">
                    <a16:creationId xmlns:a16="http://schemas.microsoft.com/office/drawing/2014/main" id="{CB21EE5F-9757-FC1B-BF7C-7265EC3DCE10}"/>
                  </a:ext>
                </a:extLst>
              </p:cNvPr>
              <p:cNvSpPr/>
              <p:nvPr/>
            </p:nvSpPr>
            <p:spPr>
              <a:xfrm>
                <a:off x="914399" y="683491"/>
                <a:ext cx="2494629" cy="969818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900"/>
              </a:p>
            </p:txBody>
          </p:sp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7A643228-1EEF-E2AF-CDF0-B5117BDE1A57}"/>
                  </a:ext>
                </a:extLst>
              </p:cNvPr>
              <p:cNvSpPr txBox="1"/>
              <p:nvPr/>
            </p:nvSpPr>
            <p:spPr>
              <a:xfrm>
                <a:off x="1226797" y="951130"/>
                <a:ext cx="2031500" cy="4548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900" dirty="0">
                    <a:solidFill>
                      <a:schemeClr val="bg1"/>
                    </a:solidFill>
                    <a:latin typeface="Bahnschrift" panose="020B0502040204020203" pitchFamily="34" charset="0"/>
                  </a:rPr>
                  <a:t>CPCookieServer</a:t>
                </a:r>
              </a:p>
            </p:txBody>
          </p:sp>
        </p:grp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015D5F70-BD15-9538-4DDF-83728D68521C}"/>
                </a:ext>
              </a:extLst>
            </p:cNvPr>
            <p:cNvCxnSpPr>
              <a:cxnSpLocks/>
              <a:endCxn id="83" idx="0"/>
            </p:cNvCxnSpPr>
            <p:nvPr/>
          </p:nvCxnSpPr>
          <p:spPr>
            <a:xfrm flipH="1">
              <a:off x="9885596" y="1437998"/>
              <a:ext cx="1" cy="454465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uppieren 81">
              <a:extLst>
                <a:ext uri="{FF2B5EF4-FFF2-40B4-BE49-F238E27FC236}">
                  <a16:creationId xmlns:a16="http://schemas.microsoft.com/office/drawing/2014/main" id="{E27A33A3-B32C-A489-CDE2-521A14E6603D}"/>
                </a:ext>
              </a:extLst>
            </p:cNvPr>
            <p:cNvGrpSpPr/>
            <p:nvPr/>
          </p:nvGrpSpPr>
          <p:grpSpPr>
            <a:xfrm>
              <a:off x="9042342" y="5982656"/>
              <a:ext cx="1686508" cy="655651"/>
              <a:chOff x="914399" y="683491"/>
              <a:chExt cx="2494629" cy="969818"/>
            </a:xfrm>
          </p:grpSpPr>
          <p:sp>
            <p:nvSpPr>
              <p:cNvPr id="83" name="Rechteck 82">
                <a:extLst>
                  <a:ext uri="{FF2B5EF4-FFF2-40B4-BE49-F238E27FC236}">
                    <a16:creationId xmlns:a16="http://schemas.microsoft.com/office/drawing/2014/main" id="{1A58EBCD-40BB-DF8C-4686-CE1D24290AD2}"/>
                  </a:ext>
                </a:extLst>
              </p:cNvPr>
              <p:cNvSpPr/>
              <p:nvPr/>
            </p:nvSpPr>
            <p:spPr>
              <a:xfrm>
                <a:off x="914399" y="683491"/>
                <a:ext cx="2494629" cy="969818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900"/>
              </a:p>
            </p:txBody>
          </p:sp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6D1411DD-8990-4482-DA32-877FA90FC1CD}"/>
                  </a:ext>
                </a:extLst>
              </p:cNvPr>
              <p:cNvSpPr txBox="1"/>
              <p:nvPr/>
            </p:nvSpPr>
            <p:spPr>
              <a:xfrm>
                <a:off x="1199991" y="975942"/>
                <a:ext cx="2031501" cy="4548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900" dirty="0">
                    <a:solidFill>
                      <a:schemeClr val="bg1"/>
                    </a:solidFill>
                    <a:latin typeface="Bahnschrift" panose="020B0502040204020203" pitchFamily="34" charset="0"/>
                  </a:rPr>
                  <a:t>CPCookieServer</a:t>
                </a:r>
              </a:p>
            </p:txBody>
          </p:sp>
        </p:grpSp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7F0B91AD-3C22-D628-492F-A8C2304E47B0}"/>
                </a:ext>
              </a:extLst>
            </p:cNvPr>
            <p:cNvSpPr/>
            <p:nvPr/>
          </p:nvSpPr>
          <p:spPr>
            <a:xfrm>
              <a:off x="9792936" y="3085139"/>
              <a:ext cx="144208" cy="1492156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/>
            </a:p>
          </p:txBody>
        </p:sp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5CDEFD9F-7605-8874-8659-0F69E3FE7983}"/>
                </a:ext>
              </a:extLst>
            </p:cNvPr>
            <p:cNvCxnSpPr>
              <a:cxnSpLocks/>
            </p:cNvCxnSpPr>
            <p:nvPr/>
          </p:nvCxnSpPr>
          <p:spPr>
            <a:xfrm>
              <a:off x="6273084" y="3192398"/>
              <a:ext cx="3519852" cy="169662"/>
            </a:xfrm>
            <a:prstGeom prst="straightConnector1">
              <a:avLst/>
            </a:prstGeom>
            <a:ln w="19050">
              <a:solidFill>
                <a:schemeClr val="bg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Gerade Verbindung mit Pfeil 89">
              <a:extLst>
                <a:ext uri="{FF2B5EF4-FFF2-40B4-BE49-F238E27FC236}">
                  <a16:creationId xmlns:a16="http://schemas.microsoft.com/office/drawing/2014/main" id="{D597558B-0D1F-7D1D-0E0B-FFE520C969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92200" y="4080663"/>
              <a:ext cx="2803800" cy="143509"/>
            </a:xfrm>
            <a:prstGeom prst="straightConnector1">
              <a:avLst/>
            </a:prstGeom>
            <a:ln w="19050">
              <a:solidFill>
                <a:schemeClr val="bg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844238F5-7037-4A92-F7A9-B49E71806493}"/>
                </a:ext>
              </a:extLst>
            </p:cNvPr>
            <p:cNvSpPr txBox="1"/>
            <p:nvPr/>
          </p:nvSpPr>
          <p:spPr>
            <a:xfrm>
              <a:off x="6241369" y="3935949"/>
              <a:ext cx="3949506" cy="266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DatagramPacket(„phy 7 cp cookie_response ACK [cookie_wert]“)</a:t>
              </a:r>
            </a:p>
          </p:txBody>
        </p:sp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F299159A-492B-1781-FF09-594D250E8B79}"/>
                </a:ext>
              </a:extLst>
            </p:cNvPr>
            <p:cNvSpPr txBox="1"/>
            <p:nvPr/>
          </p:nvSpPr>
          <p:spPr>
            <a:xfrm>
              <a:off x="3705861" y="3835512"/>
              <a:ext cx="1990503" cy="3074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9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receive() returns PhyMsg</a:t>
              </a:r>
            </a:p>
          </p:txBody>
        </p:sp>
        <p:grpSp>
          <p:nvGrpSpPr>
            <p:cNvPr id="96" name="Gruppieren 95">
              <a:extLst>
                <a:ext uri="{FF2B5EF4-FFF2-40B4-BE49-F238E27FC236}">
                  <a16:creationId xmlns:a16="http://schemas.microsoft.com/office/drawing/2014/main" id="{35AFEB10-FF49-F6E6-9A50-4E03C58BE1DF}"/>
                </a:ext>
              </a:extLst>
            </p:cNvPr>
            <p:cNvGrpSpPr/>
            <p:nvPr/>
          </p:nvGrpSpPr>
          <p:grpSpPr>
            <a:xfrm>
              <a:off x="9684288" y="3502683"/>
              <a:ext cx="2089124" cy="491968"/>
              <a:chOff x="10142792" y="3512346"/>
              <a:chExt cx="2089124" cy="491968"/>
            </a:xfrm>
          </p:grpSpPr>
          <p:sp>
            <p:nvSpPr>
              <p:cNvPr id="94" name="Rechteck 93">
                <a:extLst>
                  <a:ext uri="{FF2B5EF4-FFF2-40B4-BE49-F238E27FC236}">
                    <a16:creationId xmlns:a16="http://schemas.microsoft.com/office/drawing/2014/main" id="{3BAA4997-1743-F81E-13DE-5034D0446BF8}"/>
                  </a:ext>
                </a:extLst>
              </p:cNvPr>
              <p:cNvSpPr/>
              <p:nvPr/>
            </p:nvSpPr>
            <p:spPr>
              <a:xfrm>
                <a:off x="10142792" y="3512347"/>
                <a:ext cx="1940234" cy="461664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100"/>
              </a:p>
            </p:txBody>
          </p:sp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E13920CB-50C7-0B12-75FA-6F4F64E1B2CD}"/>
                  </a:ext>
                </a:extLst>
              </p:cNvPr>
              <p:cNvSpPr txBox="1"/>
              <p:nvPr/>
            </p:nvSpPr>
            <p:spPr>
              <a:xfrm>
                <a:off x="10154355" y="3512346"/>
                <a:ext cx="2077561" cy="4919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900" dirty="0">
                    <a:solidFill>
                      <a:schemeClr val="bg1"/>
                    </a:solidFill>
                    <a:latin typeface="Bahnschrift" panose="020B0502040204020203" pitchFamily="34" charset="0"/>
                  </a:rPr>
                  <a:t>Empfängt Anfrage, verarb. &amp; generiert neues Cookie</a:t>
                </a:r>
              </a:p>
            </p:txBody>
          </p:sp>
        </p:grpSp>
        <p:grpSp>
          <p:nvGrpSpPr>
            <p:cNvPr id="97" name="Gruppieren 96">
              <a:extLst>
                <a:ext uri="{FF2B5EF4-FFF2-40B4-BE49-F238E27FC236}">
                  <a16:creationId xmlns:a16="http://schemas.microsoft.com/office/drawing/2014/main" id="{B8A1CD9A-46F3-6710-46AF-B52DD48AF533}"/>
                </a:ext>
              </a:extLst>
            </p:cNvPr>
            <p:cNvGrpSpPr/>
            <p:nvPr/>
          </p:nvGrpSpPr>
          <p:grpSpPr>
            <a:xfrm>
              <a:off x="2566643" y="4283227"/>
              <a:ext cx="2089124" cy="491967"/>
              <a:chOff x="10142792" y="3512346"/>
              <a:chExt cx="2089124" cy="491967"/>
            </a:xfrm>
          </p:grpSpPr>
          <p:sp>
            <p:nvSpPr>
              <p:cNvPr id="98" name="Rechteck 97">
                <a:extLst>
                  <a:ext uri="{FF2B5EF4-FFF2-40B4-BE49-F238E27FC236}">
                    <a16:creationId xmlns:a16="http://schemas.microsoft.com/office/drawing/2014/main" id="{0FE1613D-5B94-01A6-D111-942A45AA46AF}"/>
                  </a:ext>
                </a:extLst>
              </p:cNvPr>
              <p:cNvSpPr/>
              <p:nvPr/>
            </p:nvSpPr>
            <p:spPr>
              <a:xfrm>
                <a:off x="10142792" y="3512347"/>
                <a:ext cx="1940234" cy="461664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100"/>
              </a:p>
            </p:txBody>
          </p:sp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8CD130C2-A1D8-6543-FEF8-B2CC9F63C2A8}"/>
                  </a:ext>
                </a:extLst>
              </p:cNvPr>
              <p:cNvSpPr txBox="1"/>
              <p:nvPr/>
            </p:nvSpPr>
            <p:spPr>
              <a:xfrm>
                <a:off x="10154355" y="3512346"/>
                <a:ext cx="2077561" cy="491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900" dirty="0">
                    <a:solidFill>
                      <a:schemeClr val="bg1"/>
                    </a:solidFill>
                    <a:latin typeface="Bahnschrift" panose="020B0502040204020203" pitchFamily="34" charset="0"/>
                  </a:rPr>
                  <a:t>Parst Response msg, extrahiere Cookie Wert</a:t>
                </a:r>
              </a:p>
            </p:txBody>
          </p:sp>
        </p:grpSp>
        <p:cxnSp>
          <p:nvCxnSpPr>
            <p:cNvPr id="100" name="Gerade Verbindung mit Pfeil 99">
              <a:extLst>
                <a:ext uri="{FF2B5EF4-FFF2-40B4-BE49-F238E27FC236}">
                  <a16:creationId xmlns:a16="http://schemas.microsoft.com/office/drawing/2014/main" id="{1EE44F13-9F3E-C8B3-7F72-0222F3DFFB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6226" y="5727565"/>
              <a:ext cx="2067694" cy="56981"/>
            </a:xfrm>
            <a:prstGeom prst="straightConnector1">
              <a:avLst/>
            </a:prstGeom>
            <a:ln w="19050">
              <a:solidFill>
                <a:schemeClr val="bg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C7E2DE2C-A8B4-67C5-2C68-283AAD0C1821}"/>
                </a:ext>
              </a:extLst>
            </p:cNvPr>
            <p:cNvSpPr txBox="1"/>
            <p:nvPr/>
          </p:nvSpPr>
          <p:spPr>
            <a:xfrm>
              <a:off x="1265355" y="5479057"/>
              <a:ext cx="1597612" cy="3074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9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send() kehrt zurück</a:t>
              </a:r>
            </a:p>
          </p:txBody>
        </p:sp>
        <p:cxnSp>
          <p:nvCxnSpPr>
            <p:cNvPr id="107" name="Verbinder: gekrümmt 106">
              <a:extLst>
                <a:ext uri="{FF2B5EF4-FFF2-40B4-BE49-F238E27FC236}">
                  <a16:creationId xmlns:a16="http://schemas.microsoft.com/office/drawing/2014/main" id="{814CB588-2663-CA44-1DD2-1ADE7FE73AE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051620" y="5274403"/>
              <a:ext cx="351160" cy="52594"/>
            </a:xfrm>
            <a:prstGeom prst="curvedConnector4">
              <a:avLst>
                <a:gd name="adj1" fmla="val 2427"/>
                <a:gd name="adj2" fmla="val 1011218"/>
              </a:avLst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FBB912C5-96A5-0E36-77D9-38F2D44CC264}"/>
                </a:ext>
              </a:extLst>
            </p:cNvPr>
            <p:cNvSpPr txBox="1"/>
            <p:nvPr/>
          </p:nvSpPr>
          <p:spPr>
            <a:xfrm>
              <a:off x="3317128" y="4846621"/>
              <a:ext cx="2050291" cy="3074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9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this.cookie = [cookie_wert]</a:t>
              </a:r>
            </a:p>
          </p:txBody>
        </p:sp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F6F177FA-35E8-EE7B-DFF2-9B991F613014}"/>
                </a:ext>
              </a:extLst>
            </p:cNvPr>
            <p:cNvGrpSpPr/>
            <p:nvPr/>
          </p:nvGrpSpPr>
          <p:grpSpPr>
            <a:xfrm>
              <a:off x="3841837" y="5292740"/>
              <a:ext cx="2072694" cy="409973"/>
              <a:chOff x="3756541" y="5449179"/>
              <a:chExt cx="2072694" cy="409973"/>
            </a:xfrm>
          </p:grpSpPr>
          <p:sp>
            <p:nvSpPr>
              <p:cNvPr id="109" name="Rechteck 108">
                <a:extLst>
                  <a:ext uri="{FF2B5EF4-FFF2-40B4-BE49-F238E27FC236}">
                    <a16:creationId xmlns:a16="http://schemas.microsoft.com/office/drawing/2014/main" id="{5FA9A363-789A-FC97-20C9-7E53625FEA0F}"/>
                  </a:ext>
                </a:extLst>
              </p:cNvPr>
              <p:cNvSpPr/>
              <p:nvPr/>
            </p:nvSpPr>
            <p:spPr>
              <a:xfrm>
                <a:off x="3770674" y="5476280"/>
                <a:ext cx="1900853" cy="370374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100"/>
              </a:p>
            </p:txBody>
          </p:sp>
          <p:sp>
            <p:nvSpPr>
              <p:cNvPr id="110" name="Textfeld 109">
                <a:extLst>
                  <a:ext uri="{FF2B5EF4-FFF2-40B4-BE49-F238E27FC236}">
                    <a16:creationId xmlns:a16="http://schemas.microsoft.com/office/drawing/2014/main" id="{BFD38B44-B18B-C64A-39E3-3DB3ADB5E76B}"/>
                  </a:ext>
                </a:extLst>
              </p:cNvPr>
              <p:cNvSpPr txBox="1"/>
              <p:nvPr/>
            </p:nvSpPr>
            <p:spPr>
              <a:xfrm>
                <a:off x="3756541" y="5449179"/>
                <a:ext cx="2072694" cy="409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700" dirty="0">
                    <a:solidFill>
                      <a:schemeClr val="bg1"/>
                    </a:solidFill>
                    <a:latin typeface="Bahnschrift" panose="020B0502040204020203" pitchFamily="34" charset="0"/>
                  </a:rPr>
                  <a:t>requestCookie() Beendet</a:t>
                </a:r>
              </a:p>
              <a:p>
                <a:r>
                  <a:rPr lang="de-DE" sz="700" dirty="0">
                    <a:solidFill>
                      <a:schemeClr val="bg1"/>
                    </a:solidFill>
                    <a:latin typeface="Bahnschrift" panose="020B0502040204020203" pitchFamily="34" charset="0"/>
                  </a:rPr>
                  <a:t>Client hat neuen cookie</a:t>
                </a:r>
              </a:p>
            </p:txBody>
          </p:sp>
        </p:grpSp>
      </p:grpSp>
      <p:sp>
        <p:nvSpPr>
          <p:cNvPr id="115" name="Textfeld 114">
            <a:extLst>
              <a:ext uri="{FF2B5EF4-FFF2-40B4-BE49-F238E27FC236}">
                <a16:creationId xmlns:a16="http://schemas.microsoft.com/office/drawing/2014/main" id="{587F6821-1D02-2D85-6CFA-A78E13146699}"/>
              </a:ext>
            </a:extLst>
          </p:cNvPr>
          <p:cNvSpPr txBox="1"/>
          <p:nvPr/>
        </p:nvSpPr>
        <p:spPr>
          <a:xfrm>
            <a:off x="50808" y="224327"/>
            <a:ext cx="5721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Bahnschrift" panose="020B0502040204020203" pitchFamily="34" charset="0"/>
              </a:rPr>
              <a:t>Protokoll-Setup:</a:t>
            </a:r>
          </a:p>
          <a:p>
            <a:pPr marL="171450" indent="-171450">
              <a:buFontTx/>
              <a:buChar char="-"/>
            </a:pPr>
            <a:r>
              <a:rPr lang="de-DE" sz="1100" dirty="0">
                <a:solidFill>
                  <a:schemeClr val="bg1"/>
                </a:solidFill>
                <a:latin typeface="Bahnschrift" panose="020B0502040204020203" pitchFamily="34" charset="0"/>
              </a:rPr>
              <a:t>Stapel: CPClient baut einen Protokolstapel auf CPProtocol und nutzt das PhyProtocol</a:t>
            </a:r>
          </a:p>
          <a:p>
            <a:pPr marL="171450" indent="-171450">
              <a:buFontTx/>
              <a:buChar char="-"/>
            </a:pPr>
            <a:r>
              <a:rPr lang="de-DE" sz="1100" dirty="0">
                <a:solidFill>
                  <a:schemeClr val="bg1"/>
                </a:solidFill>
                <a:latin typeface="Bahnschrift" panose="020B0502040204020203" pitchFamily="34" charset="0"/>
              </a:rPr>
              <a:t>Config: CPProtocl wird mit Adresse des Cookies und Command Servers initialisiert.</a:t>
            </a:r>
          </a:p>
        </p:txBody>
      </p:sp>
      <p:sp>
        <p:nvSpPr>
          <p:cNvPr id="116" name="Textfeld 115">
            <a:extLst>
              <a:ext uri="{FF2B5EF4-FFF2-40B4-BE49-F238E27FC236}">
                <a16:creationId xmlns:a16="http://schemas.microsoft.com/office/drawing/2014/main" id="{B4AC45EE-56C1-2F94-04FC-E1816E39E56E}"/>
              </a:ext>
            </a:extLst>
          </p:cNvPr>
          <p:cNvSpPr txBox="1"/>
          <p:nvPr/>
        </p:nvSpPr>
        <p:spPr>
          <a:xfrm>
            <a:off x="95310" y="937909"/>
            <a:ext cx="757290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Bahnschrift" panose="020B0502040204020203" pitchFamily="34" charset="0"/>
              </a:rPr>
              <a:t>Ablauf der Cookie Request:</a:t>
            </a:r>
          </a:p>
          <a:p>
            <a:pPr marL="171450" indent="-171450">
              <a:buFontTx/>
              <a:buChar char="-"/>
            </a:pPr>
            <a:r>
              <a:rPr lang="de-DE" sz="1100" b="1" dirty="0">
                <a:solidFill>
                  <a:schemeClr val="bg1"/>
                </a:solidFill>
                <a:latin typeface="Bahnschrift" panose="020B0502040204020203" pitchFamily="34" charset="0"/>
              </a:rPr>
              <a:t>1. Auslöser: 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Erster send() vom CPClient</a:t>
            </a:r>
          </a:p>
          <a:p>
            <a:pPr marL="171450" indent="-171450">
              <a:buFontTx/>
              <a:buChar char="-"/>
            </a:pPr>
            <a:r>
              <a:rPr lang="de-DE" sz="1100" b="1" dirty="0">
                <a:solidFill>
                  <a:schemeClr val="bg1"/>
                </a:solidFill>
                <a:latin typeface="Bahnschrift" panose="020B0502040204020203" pitchFamily="34" charset="0"/>
              </a:rPr>
              <a:t>2. Prüfung: 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mit CPProtocol, er stellt fest dass kein Cookie existiert und startet requestCookie()</a:t>
            </a:r>
          </a:p>
          <a:p>
            <a:pPr marL="171450" indent="-171450">
              <a:buFontTx/>
              <a:buChar char="-"/>
            </a:pPr>
            <a:r>
              <a:rPr lang="de-DE" sz="1100" b="1" dirty="0">
                <a:solidFill>
                  <a:schemeClr val="bg1"/>
                </a:solidFill>
                <a:latin typeface="Bahnschrift" panose="020B0502040204020203" pitchFamily="34" charset="0"/>
              </a:rPr>
              <a:t>3. Anfrage: 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Es wird eine cookie_request Msg erstellt und über PhyProtocol an CPCookieServer geschickt</a:t>
            </a:r>
          </a:p>
          <a:p>
            <a:pPr marL="171450" indent="-171450">
              <a:buFontTx/>
              <a:buChar char="-"/>
            </a:pPr>
            <a:r>
              <a:rPr lang="de-DE" sz="1100" b="1" dirty="0">
                <a:solidFill>
                  <a:schemeClr val="bg1"/>
                </a:solidFill>
                <a:latin typeface="Bahnschrift" panose="020B0502040204020203" pitchFamily="34" charset="0"/>
              </a:rPr>
              <a:t>4. Antwort: 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Der Server generiert ein Cookie und schickt es mit cookie_response zurück</a:t>
            </a:r>
          </a:p>
          <a:p>
            <a:pPr marL="171450" indent="-171450">
              <a:buFontTx/>
              <a:buChar char="-"/>
            </a:pPr>
            <a:r>
              <a:rPr lang="de-DE" sz="1100" b="1" dirty="0">
                <a:solidFill>
                  <a:schemeClr val="bg1"/>
                </a:solidFill>
                <a:latin typeface="Bahnschrift" panose="020B0502040204020203" pitchFamily="34" charset="0"/>
              </a:rPr>
              <a:t>5. Verarbeitung: </a:t>
            </a:r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Der Client Empfängt die Response, CPProtocol extrahiert die Werte vom Cookie und speichert sie,</a:t>
            </a:r>
          </a:p>
          <a:p>
            <a:r>
              <a:rPr lang="de-DE" sz="11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    der</a:t>
            </a:r>
            <a:r>
              <a:rPr lang="de-DE" sz="1100" b="1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 ursprüngliche Befehl wird ausgeführt.&lt;</a:t>
            </a:r>
            <a:endParaRPr lang="de-DE" sz="1100" dirty="0">
              <a:solidFill>
                <a:schemeClr val="bg1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366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</Words>
  <Application>Microsoft Office PowerPoint</Application>
  <PresentationFormat>Breitbild</PresentationFormat>
  <Paragraphs>32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Bahnschrift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duc my do</dc:creator>
  <cp:lastModifiedBy>duc my do</cp:lastModifiedBy>
  <cp:revision>20</cp:revision>
  <dcterms:created xsi:type="dcterms:W3CDTF">2025-10-22T12:17:43Z</dcterms:created>
  <dcterms:modified xsi:type="dcterms:W3CDTF">2025-10-25T13:33:16Z</dcterms:modified>
</cp:coreProperties>
</file>